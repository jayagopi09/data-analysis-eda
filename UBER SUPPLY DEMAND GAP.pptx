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68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UBER SUPPLY DEMAND GAP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4"/>
            <a:ext cx="8520600" cy="15648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en-US" b="1" dirty="0"/>
              <a:t>Contribution    - Individual</a:t>
            </a:r>
            <a:endParaRPr lang="en-US" dirty="0"/>
          </a:p>
          <a:p>
            <a:r>
              <a:rPr lang="en-US" b="1" dirty="0"/>
              <a:t>Team Member  -  </a:t>
            </a:r>
            <a:r>
              <a:rPr lang="en-US" b="1" dirty="0" err="1"/>
              <a:t>P.Jayagopi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69721-127E-4969-BAB1-B35E5CBC7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Importing  the dataset and library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AB7F8-EA29-41E0-9D8A-A80DD0B6D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711D6E-0924-438A-9E6E-9AB3338AF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52475"/>
            <a:ext cx="5131838" cy="2696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773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14334-A3E6-48C0-BD1D-F6488007F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Display of </a:t>
            </a:r>
            <a:r>
              <a:rPr lang="en-US" dirty="0" err="1"/>
              <a:t>frist</a:t>
            </a:r>
            <a:r>
              <a:rPr lang="en-US" dirty="0"/>
              <a:t> few rows and column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6DA8F-E841-49CD-8E3D-795AEE9C5A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C4A222-D02A-44D0-8106-0AEBEC8DF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00" y="2528441"/>
            <a:ext cx="4229101" cy="693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26D969-E3BD-45E9-95FB-DBDA281A9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1" y="1152475"/>
            <a:ext cx="3981694" cy="1981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7019C6-8F05-4578-953F-139DEEC46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66" y="3222024"/>
            <a:ext cx="7882470" cy="129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64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8CD-FBA3-4E5E-9DEF-0B822A37A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Missing and duplicate  values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DC501-7B54-4E05-8015-47D6ADF84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145332-5556-4828-8D67-C65EB26A4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9994" y="1782426"/>
            <a:ext cx="6065019" cy="4816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68DF54-41B0-45BC-B132-B6D3E8EAA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3" y="1152475"/>
            <a:ext cx="6065024" cy="15162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3A8EFE-F039-40A9-9707-0F9D1565E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3" y="2803481"/>
            <a:ext cx="8170560" cy="64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380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1AC55-6386-4034-A0F4-3347D2BB8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HeatMaps</a:t>
            </a:r>
            <a:r>
              <a:rPr lang="en-US" dirty="0"/>
              <a:t> for Missing values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CCD7B-666C-47F7-B7A2-1754891AB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BFA033-5E1B-4595-A972-0011C1B1D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152475"/>
            <a:ext cx="6207919" cy="307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46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240D0-26FE-497A-8EC4-4872B405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Types of charts and their outputs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CEFF6-5657-4C2E-AF07-C1F48413A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EF41D-7D66-40F8-A99F-01B2C6BDF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" y="1080731"/>
            <a:ext cx="6074813" cy="298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271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3A99D-5F1D-4397-8C77-5E98905D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Bar chart for the Missing value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FC836-5D67-472C-93E3-8CF7DBCB0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C51E6-E285-44E0-BC61-9E990EA64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052959"/>
            <a:ext cx="6289125" cy="308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66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79651-C983-4EEF-8978-2ABB9A97E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Line chart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F0AF6-31C9-4876-AA49-5D2F047C7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This line denotes the Sum of Request id and the pickup  location of the dataset from the given for the analyzing  the data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84C9A2-FB13-482F-AA9E-DD167CD67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4" y="2060744"/>
            <a:ext cx="5700713" cy="256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23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0248B-ABEC-44D0-AC53-3B938C3F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Pie Chart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D1E26-D345-4411-9066-1387CEEE2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gives the overall description for the different  parts of the dataset and the request timestamp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B1132B-1EEA-479C-9125-5A2394860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89" y="1978819"/>
            <a:ext cx="5507832" cy="2491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14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3ACB8-5068-4CB0-893C-FE924184C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30FA9-63B1-4BB2-8AD0-D360F9C6A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ED7A6-8B3F-409A-B225-D532FAC9A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87790"/>
            <a:ext cx="8520600" cy="500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639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AED09-0DA3-423B-8EF7-CDB79FB64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Radar map chart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16E40-F7D7-49F8-B846-42B1A15CD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886074"/>
            <a:ext cx="5503313" cy="175021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55DB42-7EDF-46F0-A5C3-A9F2DED97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4" y="1073472"/>
            <a:ext cx="7158036" cy="382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454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3E7E5-61FE-427F-93C9-16778DC6A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Exploratory Data Analysis Outputs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EDA32-CEB9-412B-A178-A59B4A038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B0D2CC-7B85-4D9E-AC87-7483C81B7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" y="1152475"/>
            <a:ext cx="5329547" cy="22836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DED4B0-F2F6-4620-B8FF-5860DD020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358" y="2294310"/>
            <a:ext cx="4703212" cy="219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40855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102</Words>
  <Application>Microsoft Office PowerPoint</Application>
  <PresentationFormat>On-screen Show (16:9)</PresentationFormat>
  <Paragraphs>16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Simple Light</vt:lpstr>
      <vt:lpstr>UBER SUPPLY DEMAND GAP</vt:lpstr>
      <vt:lpstr>Importing  the dataset and library </vt:lpstr>
      <vt:lpstr>Display of frist few rows and column</vt:lpstr>
      <vt:lpstr>Missing and duplicate  values </vt:lpstr>
      <vt:lpstr>HeatMaps for Missing values </vt:lpstr>
      <vt:lpstr>Types of charts and their outputs</vt:lpstr>
      <vt:lpstr>Bar chart for the Missing value</vt:lpstr>
      <vt:lpstr>Line chart </vt:lpstr>
      <vt:lpstr>Pie Chart </vt:lpstr>
      <vt:lpstr>PowerPoint Presentation</vt:lpstr>
      <vt:lpstr>Radar map chart</vt:lpstr>
      <vt:lpstr>Exploratory Data Analysis Outputs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UBER SUPPLY DEMAND GAP</dc:title>
  <cp:lastModifiedBy>JAYAGOPI</cp:lastModifiedBy>
  <cp:revision>5</cp:revision>
  <dcterms:modified xsi:type="dcterms:W3CDTF">2025-06-22T13:27:58Z</dcterms:modified>
</cp:coreProperties>
</file>